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64" autoAdjust="0"/>
  </p:normalViewPr>
  <p:slideViewPr>
    <p:cSldViewPr>
      <p:cViewPr varScale="1">
        <p:scale>
          <a:sx n="94" d="100"/>
          <a:sy n="94" d="100"/>
        </p:scale>
        <p:origin x="27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2b4d3d0-d4d5-41cc-b2e6-1a1750984693}" enabled="1" method="Standard" siteId="{79efa2e2-5409-4b35-9714-ada0138ee76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Darren Quigley</cp:lastModifiedBy>
  <cp:revision>1</cp:revision>
  <dcterms:created xsi:type="dcterms:W3CDTF">2006-08-16T00:00:00Z</dcterms:created>
  <dcterms:modified xsi:type="dcterms:W3CDTF">2026-06-03T08:21:41Z</dcterms:modified>
</cp:coreProperties>
</file>